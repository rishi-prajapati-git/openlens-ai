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🔍 HACKATHON PROJECT SHOWCASE • GENERATIVE AI &amp;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Segoe UI"/>
              </a:defRPr>
            </a:pPr>
            <a:r>
              <a:t>OpenLens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EA5E9"/>
                </a:solidFill>
                <a:latin typeface="Segoe UI"/>
              </a:defRPr>
            </a:pPr>
            <a:r>
              <a:t>Your Data. Your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An open-source, evidence-grounded data intelligence platform that couples deterministic statistical audits with Google Gemini LLM reasoning—delivering accurate quality diagnostics, interactive visual analytics, and actionable business insights without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389120"/>
            <a:ext cx="141732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Python 3.13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389120"/>
            <a:ext cx="141732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Streamlit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389120"/>
            <a:ext cx="141732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Google Gemini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4389120"/>
            <a:ext cx="141732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Pandas &amp; NumPy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389120"/>
            <a:ext cx="141732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Plotly Express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4389120"/>
            <a:ext cx="141732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MIT Licensed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Author: Rishi Prajapati  |  GitHub: github.com/rishi-prajapati-git/OpenLens-AI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CHALLENGE &amp; MARKET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Problem: Why Raw Data &amp; Pure LLMs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Segoe UI"/>
              </a:defRPr>
            </a:pPr>
            <a:r>
              <a:t>🚨 The 'Dirty Data' Crisis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Hidden Anomalies: Missing cells, duplicate records, and extreme outliers silently pollute raw datasets.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Downstream Catastrophe: Machine learning pipelines and executive reports fail when fed unvetted data.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Subjective Health: Most teams lack an objective, single-metric data health benchmark (Health Score 0-100) to gauge dataset reliability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⏳ The Manual EDA Bottleneck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Repetitive Boilerplate: Analysts waste 60-80% of project time writing identical pandas profiling and plotting scripts.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Non-Technical Barrier: Business managers, founders, and domain experts cannot write Python or SQL to explore raw CSVs.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Fragmented Tools: Profiling tools generate heavy 50MB HTML dumps that are overwhelming and difficult to act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⚠️ The LLM Hallucination Trap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Arithmetic Incompetence: Standard LLMs hallucinate averages, medians, and row counts when raw CSV tables are pasted directly into chat.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Context Overflow: Feeding 10,000+ raw CSV rows into an LLM exhausts token limits and costs substantial money.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False Causation: Generic AI assistants frequently make unsupported claims without checking statistical validity or significance.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Solution: Evidence-Grounded Data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16768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  <a:latin typeface="Segoe UI"/>
              </a:defRPr>
            </a:pPr>
            <a:r>
              <a:t>🎯 OpenLens AI Philosophy: 'Deterministic Math First, Generative AI Reasoning Second'</a:t>
            </a:r>
          </a:p>
          <a:p>
            <a:pPr>
              <a:defRPr sz="1250">
                <a:solidFill>
                  <a:srgbClr val="E2E8F0"/>
                </a:solidFill>
                <a:latin typeface="Segoe UI"/>
              </a:defRPr>
            </a:pPr>
            <a:r>
              <a:t>Instead of letting an LLM guess your dataset numbers, OpenLens AI computes rigorous statistics in Python and feeds only verifiable facts to Google Gemini for contextual explanations.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3328416" cy="3246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Segoe UI"/>
              </a:defRPr>
            </a:pPr>
            <a:r>
              <a:t>1. Deterministic Engine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100% Exact Computations: Pandas &amp; NumPy calculate accurate row counts, missing cell rates, duplicates, and column datatypes.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IQR Outlier Auditing: Automatically flags extreme values using 1.5 * IQR standard statistical boundaries.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Data Health Metric: Outputs a single consolidated Data Health Score (0-100)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971800"/>
            <a:ext cx="3328416" cy="3246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154680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  <a:latin typeface="Segoe UI"/>
              </a:defRPr>
            </a:pPr>
            <a:r>
              <a:t>2. Interactive Analytics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Zero-Config Visuals: Responsive Plotly histograms for numerical distributions and bar charts for categorical counts.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Interactive Exploration: Dropdowns allow instant switching across any feature or metric in the dataset.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Granular Inspections: Instant view of top 20 rows, missing value tables, and column metadata.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971800"/>
            <a:ext cx="3328416" cy="3246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54680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Segoe UI"/>
              </a:defRPr>
            </a:pPr>
            <a:r>
              <a:t>3. Grounded Gemini AI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Strict Prompt Framing: LLM is strictly constrained: 'Do not invent values or claim causation. Base all findings on evidence.'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3 High-Impact Observations: Converts numbers into clear, human-understandable findings.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✔ 2 Actionable Next Steps: Delivers concrete engineering recommendations to clean and leverage the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FUNCTIONAL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Core Features &amp; End-to-End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  <a:latin typeface="Segoe UI"/>
              </a:defRPr>
            </a:pPr>
            <a:r>
              <a:t>📂 Dynamic CSV Ingestion &amp; Previews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Seamless drag-and-drop CSV upload with automatic format parsing. Includes a built-in sample employees dataset for instant 1-click evaluation without requiring user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45920"/>
            <a:ext cx="51663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🧹 Automated Health Score (0-100)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Proprietary deterministic formula penalizes missing values (-2x%) and duplicate rows (-1.5x%), producing a clean, calibrated 0-100 data health index visible on top-level KPI cards.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663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Segoe UI"/>
              </a:defRPr>
            </a:pPr>
            <a:r>
              <a:t>📊 Statistical Profiling &amp; Outlier Scanning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Computes mean, median, min, max, missing count, unique values, and IQR-based outlier detection for every numerical column to identify skewness and data collection glitches.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4069080"/>
            <a:ext cx="51663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2519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Segoe UI"/>
              </a:defRPr>
            </a:pPr>
            <a:r>
              <a:t>🤖 Gemini Reasoning &amp; JSON Intelligence Export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Generates structured, verifiable AI analyst summaries using Google Gemini 3.5 Flash-Lite, plus one-click export of complete analysis artifacts as standardized JSON files for auditing.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Architecture: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505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0848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STAGE 01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Input &amp; Ingestion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Streamlit / Pandas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User CSV Upload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sample_employees.csv fallback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DataFrame parsing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Encoding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645920"/>
            <a:ext cx="24505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1828800"/>
            <a:ext cx="20848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STAGE 02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Deterministic Engine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analyzer.py (NumPy/Pandas)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Missing &amp; duplicate count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IQR outlier scan (Q1, Q3)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Mean, median, min, max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Health score computation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505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28800"/>
            <a:ext cx="20848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STAGE 03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Visualization Engine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Plotly Express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Histogram distributions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Categorical bar frequencies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Interactive tooltips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Container-responsive layout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645920"/>
            <a:ext cx="24505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828800"/>
            <a:ext cx="20848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STAGE 04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Reasoning Engine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Google GenAI / Gemini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Structured prompt injection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gemini-3.5-flash-lite / Gemma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Observations &amp; data risks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2 Actionable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AI RELIABILITY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Grounded AI: Eliminating Hallucinations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❌ Naive LLM Approach (Raw Data in Prompt)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Hallucinates Calculations: LLMs are probabilistic token predictors, NOT calculators. They invent means, medians, and sums.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Token Explosion: Pushing a 50,000-row CSV wastes millions of tokens and crashes context limits.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Data Privacy Exposure: Sending entire raw databases exposes confidential PII (names, salaries, SSNs) to cloud APIs.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Unreliable Audits: Output changes between runs and cannot be mathematically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45920"/>
            <a:ext cx="51663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2880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Segoe UI"/>
              </a:defRPr>
            </a:pPr>
            <a:r>
              <a:t>✅ OpenLens AI Grounded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Deterministic Separation: Python computes exact statistics locally with NumPy &amp; Pandas. Math is 100% deterministic and auditable.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Zero Raw Data Leakage: Only aggregated statistical metadata is transmitted to the LLM—never individual records or sensitive rows.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Strict Evidence Guardrails: Gemini prompt explicitly forbids hallucination: 'Do not invent values. If evidence is insufficient, say so.'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Deterministic Health Scoring: Standardized mathematical formula provides objective, reproducible benchmarks.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 Stack &amp; Codebase Modularity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🎨 Streamlit Web UI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Wide responsive layout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4-Tab intuitive navigation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Real-time metric cards (Rows, Cols, Health)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Native file uploader &amp; JSON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78308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⚡ Python Data Engine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Pandas for tabular wrangling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NumPy for high-speed vector math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Custom IQR outlier boundaries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Pure decoupled logic in analyzer.py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8308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📈 Plotly Express Visuals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Dynamic distribution histograms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Categorical count bar charts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Interactive zoom, hover &amp; pan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Automatic dtype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3328416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Segoe UI"/>
              </a:defRPr>
            </a:pPr>
            <a:r>
              <a:t>🧠 Google Gemini API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gemini-3.5-flash-lite model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Ultra-fast inference latency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Evidence-grounded system prompting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Configured via GEMINI_API_KEY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4069080"/>
            <a:ext cx="3328416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42062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🦙 Ollama &amp; Gemma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gemma3:1b local model support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Fully private offline analysis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 cloud API cost option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Seamless fallback capability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4069080"/>
            <a:ext cx="3328416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📂 Clean Code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Separation of concerns: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app.py (Presentation layer)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analyzer.py (Deterministic core)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llm_client.py (AI provider)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USER EXPERIENCE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Dashboard Walkthrough: 4-Tab Analytics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50592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TOTAL ROWS</a:t>
            </a:r>
          </a:p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645920"/>
            <a:ext cx="2450592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6916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TOTAL COLUMNS</a:t>
            </a:r>
          </a:p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50592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916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MISSING CELLS</a:t>
            </a:r>
          </a:p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645920"/>
            <a:ext cx="2450592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1691640"/>
            <a:ext cx="2176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DATA HEALTH SCORE</a:t>
            </a:r>
          </a:p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92 / 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10716768" cy="8046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5292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Tab 1: Dataset Preview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First 20 records grid, complete column inventory, detected data types, missing value frequencies, and distinct value counts for rapid data structure orientation.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39312"/>
            <a:ext cx="10716768" cy="8046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Tab 2: Data Quality Audit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Granular column-wise missing values breakdown, duplicate row detection, and comprehensive numeric summary table (mean, median, min, max, IQR outlier counts).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35424"/>
            <a:ext cx="10716768" cy="8046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Tab 3: Visual Analytics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Interactive Plotly histograms for numerical columns (Age, Salary, Experience) and responsive frequency bar charts for categorical features (Department, Performance).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31536"/>
            <a:ext cx="10716768" cy="8046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41264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Tab 4: Gemini AI Insights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One-click synthesis generating 3 high-impact observations, critical data quality risk alerts, and 2 concrete strategic recommendations based on deterministic stats.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VALUE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Target Audience &amp; Real-World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👨‍💻</a:t>
            </a:r>
          </a:p>
          <a:p>
            <a:pPr>
              <a:spcBef>
                <a:spcPts val="800"/>
              </a:spcBef>
              <a:defRPr sz="1700" b="1">
                <a:solidFill>
                  <a:srgbClr val="0EA5E9"/>
                </a:solidFill>
                <a:latin typeface="Segoe UI"/>
              </a:defRPr>
            </a:pPr>
            <a:r>
              <a:t>Data Scientists &amp; ML Engineers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Accelerates preliminary EDA from hours to seconds before training models.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Instantly spots data leakage, missing value hotspots, and skewness.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Exportable JSON report integrates directly into CI/CD data validation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📊</a:t>
            </a:r>
          </a:p>
          <a:p>
            <a:pPr>
              <a:spcBef>
                <a:spcPts val="800"/>
              </a:spcBef>
              <a:defRPr sz="1700" b="1">
                <a:solidFill>
                  <a:srgbClr val="10B981"/>
                </a:solidFill>
                <a:latin typeface="Segoe UI"/>
              </a:defRPr>
            </a:pPr>
            <a:r>
              <a:t>Product Managers &amp; Analysts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Zero Python or SQL required—upload any CSV and get immediate insights.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Translates raw statistical tables into plain-English executive summaries.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Identifies customer segment trends and data collection irregularities.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🚀</a:t>
            </a:r>
          </a:p>
          <a:p>
            <a:pPr>
              <a:spcBef>
                <a:spcPts val="800"/>
              </a:spcBef>
              <a:defRPr sz="1700" b="1">
                <a:solidFill>
                  <a:srgbClr val="F59E0B"/>
                </a:solidFill>
                <a:latin typeface="Segoe UI"/>
              </a:defRPr>
            </a:pPr>
            <a:r>
              <a:t>Startups &amp; Research Teams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Completely open-source with MIT license—easy to self-host and customize.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Low computational footprint—runs smoothly on local laptops or cloud servers.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Hybrid Ollama / Gemini support gives total privacy and zero-cost flexibility.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Future Roadmap &amp; Project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OpenLens AI | 'Your Data. Your Evidence.' | Powered by Python, Streamlit &amp; Google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egoe UI"/>
              </a:defRPr>
            </a:pPr>
            <a:r>
              <a:t>🚀 Future Development Roadmap</a:t>
            </a:r>
          </a:p>
          <a:p>
            <a:pPr>
              <a:spcBef>
                <a:spcPts val="1000"/>
              </a:spcBef>
              <a:defRPr sz="1300" b="1">
                <a:solidFill>
                  <a:srgbClr val="0EA5E9"/>
                </a:solidFill>
                <a:latin typeface="Segoe UI"/>
              </a:defRPr>
            </a:pPr>
            <a:r>
              <a:t>• Phase 1: Automated Data Cleaning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One-click median/mode imputation, automated deduplication, and anomaly clipping directly from the UI.</a:t>
            </a:r>
          </a:p>
          <a:p>
            <a:pPr>
              <a:spcBef>
                <a:spcPts val="1000"/>
              </a:spcBef>
              <a:defRPr sz="1300" b="1">
                <a:solidFill>
                  <a:srgbClr val="0EA5E9"/>
                </a:solidFill>
                <a:latin typeface="Segoe UI"/>
              </a:defRPr>
            </a:pPr>
            <a:r>
              <a:t>• Phase 2: Multi-Table &amp; SQL Support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Connecting directly to PostgreSQL, Snowflake, and multi-file Excel workbooks with automated schema entity resolution.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EA5E9"/>
                </a:solidFill>
                <a:latin typeface="Segoe UI"/>
              </a:defRPr>
            </a:pPr>
            <a:r>
              <a:t>• Phase 3: Executive PDF &amp; PPTX Generation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Automated export of visual presentation slide decks and executive PDF reports directly from the dashboard.</a:t>
            </a:r>
          </a:p>
          <a:p>
            <a:pPr>
              <a:spcBef>
                <a:spcPts val="1000"/>
              </a:spcBef>
              <a:defRPr sz="1300" b="1">
                <a:solidFill>
                  <a:srgbClr val="0EA5E9"/>
                </a:solidFill>
                <a:latin typeface="Segoe UI"/>
              </a:defRPr>
            </a:pPr>
            <a:r>
              <a:t>• Phase 4: Agentic Conversational Chat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Natural language follow-up queries powered by Function Calling to perform custom slices and cohort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645920"/>
            <a:ext cx="4224528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376732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Segoe UI"/>
              </a:defRPr>
            </a:pPr>
            <a:r>
              <a:t>⭐ OpenLens AI Summary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✔ Hybrid Architecture: Unmatched accuracy via deterministic statistics combined with Google Gemini reasoning.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✔ Zero Hallucination Guarantee: Grounded in calculated facts, not probabilistic guesses.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✔ Production Ready: Modular Python code, intuitive Streamlit interface, and MIT open-source license.</a:t>
            </a:r>
          </a:p>
          <a:p>
            <a:pPr>
              <a:spcBef>
                <a:spcPts val="1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🔗 GitHub Repository</a:t>
            </a:r>
          </a:p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github.com/rishi-prajapati-git/OpenLens-AI</a:t>
            </a:r>
          </a:p>
          <a:p>
            <a:pPr>
              <a:spcBef>
                <a:spcPts val="16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Thank You! Questions &amp; Discussion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